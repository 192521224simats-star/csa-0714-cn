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734233-5E5D-42B2-82D9-00915582A60F}" v="1" dt="2026-07-15T05:28:47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iya S" userId="d6cf8720c41d8242" providerId="LiveId" clId="{B185FB43-215B-4455-9AC5-5BD69659CA7D}"/>
    <pc:docChg chg="custSel modSld">
      <pc:chgData name="Sandhiya S" userId="d6cf8720c41d8242" providerId="LiveId" clId="{B185FB43-215B-4455-9AC5-5BD69659CA7D}" dt="2026-07-15T05:59:18.765" v="14" actId="313"/>
      <pc:docMkLst>
        <pc:docMk/>
      </pc:docMkLst>
      <pc:sldChg chg="modSp mod">
        <pc:chgData name="Sandhiya S" userId="d6cf8720c41d8242" providerId="LiveId" clId="{B185FB43-215B-4455-9AC5-5BD69659CA7D}" dt="2026-07-15T05:28:47.746" v="4"/>
        <pc:sldMkLst>
          <pc:docMk/>
          <pc:sldMk cId="4131776662" sldId="256"/>
        </pc:sldMkLst>
        <pc:spChg chg="mod">
          <ac:chgData name="Sandhiya S" userId="d6cf8720c41d8242" providerId="LiveId" clId="{B185FB43-215B-4455-9AC5-5BD69659CA7D}" dt="2026-07-15T05:28:47.746" v="4"/>
          <ac:spMkLst>
            <pc:docMk/>
            <pc:sldMk cId="4131776662" sldId="256"/>
            <ac:spMk id="6" creationId="{6472DE36-7FA5-6F0D-215D-660CA60F6A2C}"/>
          </ac:spMkLst>
        </pc:spChg>
      </pc:sldChg>
      <pc:sldChg chg="addSp delSp modSp mod">
        <pc:chgData name="Sandhiya S" userId="d6cf8720c41d8242" providerId="LiveId" clId="{B185FB43-215B-4455-9AC5-5BD69659CA7D}" dt="2026-07-15T05:31:24.031" v="9" actId="1076"/>
        <pc:sldMkLst>
          <pc:docMk/>
          <pc:sldMk cId="2559778540" sldId="257"/>
        </pc:sldMkLst>
        <pc:picChg chg="del mod">
          <ac:chgData name="Sandhiya S" userId="d6cf8720c41d8242" providerId="LiveId" clId="{B185FB43-215B-4455-9AC5-5BD69659CA7D}" dt="2026-07-15T05:29:04.604" v="5" actId="478"/>
          <ac:picMkLst>
            <pc:docMk/>
            <pc:sldMk cId="2559778540" sldId="257"/>
            <ac:picMk id="5" creationId="{C90ADD6D-E717-AB90-CC50-DE9EADEB12E7}"/>
          </ac:picMkLst>
        </pc:picChg>
        <pc:picChg chg="add mod">
          <ac:chgData name="Sandhiya S" userId="d6cf8720c41d8242" providerId="LiveId" clId="{B185FB43-215B-4455-9AC5-5BD69659CA7D}" dt="2026-07-15T05:31:24.031" v="9" actId="1076"/>
          <ac:picMkLst>
            <pc:docMk/>
            <pc:sldMk cId="2559778540" sldId="257"/>
            <ac:picMk id="7" creationId="{D2DD8BF3-2B1F-56D7-E5DF-C00EAEAFD0EF}"/>
          </ac:picMkLst>
        </pc:picChg>
      </pc:sldChg>
      <pc:sldChg chg="modSp mod">
        <pc:chgData name="Sandhiya S" userId="d6cf8720c41d8242" providerId="LiveId" clId="{B185FB43-215B-4455-9AC5-5BD69659CA7D}" dt="2026-07-15T05:59:18.765" v="14" actId="313"/>
        <pc:sldMkLst>
          <pc:docMk/>
          <pc:sldMk cId="2355052147" sldId="260"/>
        </pc:sldMkLst>
        <pc:spChg chg="mod">
          <ac:chgData name="Sandhiya S" userId="d6cf8720c41d8242" providerId="LiveId" clId="{B185FB43-215B-4455-9AC5-5BD69659CA7D}" dt="2026-07-15T05:59:18.765" v="14" actId="313"/>
          <ac:spMkLst>
            <pc:docMk/>
            <pc:sldMk cId="2355052147" sldId="260"/>
            <ac:spMk id="3" creationId="{7AAED722-C9F1-1F1C-C528-01ABCDD16D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9FA9-0524-55E4-5EDF-A579EBD70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FBAF-D2B8-C394-E4A2-53BA0D58B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0154-6DE1-E2F5-59D8-FAD27AA0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CA9E0-F398-F566-C6DC-67BA3449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48564-B58E-503D-077B-2E0B7347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67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700A-317D-D44F-5130-4808930A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5967-95AD-74AD-4B4E-2AFA8306C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B81B7-6041-ABDF-A641-73B83B23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5E600-F377-34EF-894A-77042FD9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939B-A0B2-CCED-EC21-9B9651F9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45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7D5A-AAC6-27D5-8F00-B4774D801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FE850-2B2F-246D-F082-3979F4A55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8076E-1FA8-B008-AD1B-8D2179EE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3AFF-E067-A7E8-A19B-14F00791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1BA5F-99E5-BEC6-1D30-C3205CBFE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02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4274-8216-9C51-CE91-79F2A0C1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EDFDC-2C0A-2A27-42B0-E621C110B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1E371-474A-1A60-ACA1-05F1CE24A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824F2-5F52-D77E-9DEF-ABA53F51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C10F6-3DD8-D722-8B3C-6F38A206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4D2F1-3636-0382-AA05-8A45C0C2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64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E53A-27D3-5F5A-E327-F0E55E3E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8461C-3C13-B3A0-4029-E97BE4DB7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B9687-80F5-3574-2DE4-F0CD20E69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9197D-77AF-FE3A-1CD5-F8C09FAE4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DE9F6-DBD6-7E95-206A-6588F0EF3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B449F-ABFF-19C8-D3F0-F43749FC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C98391-6E47-C600-15EF-CF5BFCF2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87A45-EA28-4EB9-36B1-F87E1314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92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64BF-887C-4980-EA84-7AF4DD3B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68B14-43E4-9575-634A-6C572FB8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7D773-866D-0953-3C14-51D5BE719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081F8-DC95-DC44-D6E4-350FEC6F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41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C23D6-D82C-216B-48E8-91B55856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E2329-F1B4-74DF-7A9F-AB52387D0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01D5E-615D-0BA0-2D5D-2A940C0C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14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A4CE-4557-AF3D-3EA0-48BBB18F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B85B-7DD5-0F84-763F-282842B80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0CA3A-58AB-C604-AA5F-EF1174CBB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F135E-441E-CC76-AA34-AE3DA957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C7B0E-F6A5-C2DE-A612-ABF8138A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8EFC8-3D70-AF69-9179-58375C96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9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373B-7FB0-137C-A387-C29E42BA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09B18-141C-B9EB-A92B-B4EDADC88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FFF89-2DD9-CD54-0B63-AE04994BD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63DB0-962B-E057-515C-209A3F376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92868-D357-DC74-4B17-5ABC9DAB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0548B-28AF-FDA9-CF6D-75347EC8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82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E88A-447F-D9C7-5C81-6B18162A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0D52B-8FFB-095B-6C39-FF0E1DDE5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63BDF-76E1-8239-8D88-2BFBE9DCE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8EA8-3820-6D92-22C7-CBD272CFA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6F4D2-AD92-08CF-F9D5-3865210A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75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7A753-F29E-27CE-B6A3-B90188860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9ECB6-0550-E00A-9D15-EB0F913E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65B3B-2A03-1F80-9559-669C29EA4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3714C-60E5-127E-5549-44F9BCBC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54D84-C7E0-76C9-E419-FBA1DEE6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03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7BFA15-1954-567B-2D0E-5E2FD381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E9796-40B5-3EF3-7241-EFE148927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E62A-C45F-2281-277B-112A624D0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C0A0C-80A8-49BE-B032-E9BF0A8C310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289EC-2E5F-A201-6EBB-E9E744114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ACBD5-5534-BBFC-5025-96EC5E66A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4DE37-6AA7-451B-880D-D9224ED61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0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72DE36-7FA5-6F0D-215D-660CA60F6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951" y="2234228"/>
            <a:ext cx="10439400" cy="12683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Error Detection in Networks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(CSA0714)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568724-CC7C-8D43-F6CF-3022C2AC5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59" y="4699819"/>
            <a:ext cx="3991373" cy="14771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P. JESU JAYARIN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A0CD71-E8F0-9925-F0E8-36F97B4C2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08722" y="4621161"/>
            <a:ext cx="4245077" cy="15558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SANDHIYA S</a:t>
            </a:r>
          </a:p>
          <a:p>
            <a:pPr marL="0" indent="0"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192521224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88AC521-43AB-2F61-655C-1FD5A47675CC}"/>
              </a:ext>
            </a:extLst>
          </p:cNvPr>
          <p:cNvSpPr/>
          <p:nvPr/>
        </p:nvSpPr>
        <p:spPr>
          <a:xfrm>
            <a:off x="1360382" y="354505"/>
            <a:ext cx="8823354" cy="933871"/>
          </a:xfrm>
          <a:custGeom>
            <a:avLst/>
            <a:gdLst/>
            <a:ahLst/>
            <a:cxnLst/>
            <a:rect l="l" t="t" r="r" b="b"/>
            <a:pathLst>
              <a:path w="13708378" h="1764954">
                <a:moveTo>
                  <a:pt x="0" y="0"/>
                </a:moveTo>
                <a:lnTo>
                  <a:pt x="13708378" y="0"/>
                </a:lnTo>
                <a:lnTo>
                  <a:pt x="13708378" y="1764954"/>
                </a:lnTo>
                <a:lnTo>
                  <a:pt x="0" y="176495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77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BB33-D764-B252-D675-A600DB23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6BEC4-1BF3-9482-C0EA-8D6BE7468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networks transfer data between devices.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errors can cause packet loss and communication failures.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methods detect errors after they occur.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(ML) analyses network traffic and detects errors early.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improves network reliability and performance.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DD8BF3-2B1F-56D7-E5DF-C00EAEAF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594" y="4295614"/>
            <a:ext cx="3737205" cy="188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7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7290-46D9-3E54-3201-CBA16390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Errors And Traditional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6948A-C41B-FD9F-A77D-24DE5B328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 network errors: Packet Loss, Congestion, Link Failures.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methods: Checksum, CRC, Parity Check.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methods detect errors after they occur.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cannot predict future network failures.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Takeaway 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detect errors; Machine Learning predicts them.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129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996E-3E33-7BEE-6F94-CA94AE7A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Error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3AA5-D79F-D40A-8F98-A65A72AE1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analyses network traffic data.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abnormal patterns and anomalies.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errors before they affect network performance.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predict and prevent network failures.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Takeaway 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enables intelligent and proactive error detection.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98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15E2-73FC-09FA-6281-1346EC7A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OSI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ED722-C9F1-1F1C-C528-01ABCDD16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telecom networks, cloud computing, and data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errors across multiple OSI layers.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network reliability and efficiency.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downtime and service interruptions.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Takeaway 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enhances network performance across </a:t>
            </a:r>
            <a:r>
              <a:rPr lang="en-I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the ‘OSI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05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F07C-BB25-0758-5EE3-6192AF46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Future Scope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D6ACF-97CD-E743-21FF-8A117E4AA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and more accurate error detection.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network downtime and maintenance costs.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reliability and user experience.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future technologies like AI-driven and self-healing networks.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 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makes networks smarter, more reliable, and ready for the future.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686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7C87-035D-0D92-6F68-001BEE0A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5268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31013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302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Machine Learning-Based Error Detection in Networks  COMPUTER NETWORKS (CSA0714)  TECHNICAL PRESENTATION</vt:lpstr>
      <vt:lpstr>INTRODUCTION</vt:lpstr>
      <vt:lpstr>Network Errors And Traditional Detection</vt:lpstr>
      <vt:lpstr>Machine Learning-Based Error Detection</vt:lpstr>
      <vt:lpstr>Applications And OSI Integration</vt:lpstr>
      <vt:lpstr>Advantages &amp; Future Scope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Sandhiya S</dc:creator>
  <cp:lastModifiedBy>Sandhiya S</cp:lastModifiedBy>
  <cp:revision>1</cp:revision>
  <dcterms:created xsi:type="dcterms:W3CDTF">2026-07-15T05:25:26Z</dcterms:created>
  <dcterms:modified xsi:type="dcterms:W3CDTF">2026-07-15T05:59:25Z</dcterms:modified>
</cp:coreProperties>
</file>